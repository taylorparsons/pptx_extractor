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914400"/>
          <a:ext cx="54864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457200">
                <a:tc gridSpan="3"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Journey Title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PHASE 3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Subphase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Subphase 1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Subphase 2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Subphase 3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Subphase 4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CUSTOMER GOAL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Customer goal 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Customer goal </a:t>
                      </a:r>
                    </a:p>
                    <a:p/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Customer goal </a:t>
                      </a:r>
                    </a:p>
                    <a:p/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Customer goal </a:t>
                      </a:r>
                    </a:p>
                    <a:p/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CUSTOMER ACTIONS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Customer action 1</a:t>
                      </a:r>
                    </a:p>
                    <a:p>
                      <a:r>
                        <a:t>Customer action 2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Customer action 1</a:t>
                      </a:r>
                    </a:p>
                    <a:p>
                      <a:r>
                        <a:t>Customer action 2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Customer action 1</a:t>
                      </a:r>
                    </a:p>
                    <a:p>
                      <a:r>
                        <a:t>Customer action 2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Customer action 1</a:t>
                      </a:r>
                    </a:p>
                    <a:p>
                      <a:r>
                        <a:t>Customer action 2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TOUCHPOINTS</a:t>
                      </a:r>
                    </a:p>
                    <a:p/>
                    <a:p>
                      <a:r>
                        <a:t>Critical moment to </a:t>
                      </a:r>
                    </a:p>
                    <a:p>
                      <a:r>
                        <a:t>impact experience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CUSTOMER SENTIMENT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QUOTES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"Quote from customer that talks about this touchpoint or stage." </a:t>
                      </a:r>
                    </a:p>
                    <a:p>
                      <a:r>
                        <a:t>-- Customer Title, demographic information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"Quote from customer that talks about this touchpoint or stage." </a:t>
                      </a:r>
                    </a:p>
                    <a:p>
                      <a:r>
                        <a:t>-- Customer Title, demographic information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"Quote from customer that talks about this touchpoint or stage." </a:t>
                      </a:r>
                    </a:p>
                    <a:p>
                      <a:r>
                        <a:t>-- Customer Title, demographic information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"Quote from customer that talks about this touchpoint or stage." </a:t>
                      </a:r>
                    </a:p>
                    <a:p>
                      <a:r>
                        <a:t>-- Customer Title, demographic information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KEY ACCELERATORS</a:t>
                      </a:r>
                    </a:p>
                    <a:p/>
                    <a:p>
                      <a:r>
                        <a:t>What’s working well?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(1) Quote or note from research </a:t>
                      </a:r>
                    </a:p>
                    <a:p>
                      <a:r>
                        <a:t>(3) Quote or note from research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(1) Quote or note from research </a:t>
                      </a:r>
                    </a:p>
                    <a:p>
                      <a:r>
                        <a:t>(3) Quote or note from research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(1) Quote or note from research </a:t>
                      </a:r>
                    </a:p>
                    <a:p>
                      <a:r>
                        <a:t>(3) Quote or note from research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(1) Quote or note from research </a:t>
                      </a:r>
                    </a:p>
                    <a:p>
                      <a:r>
                        <a:t>(3) Quote or note from research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KEY PAIN POINTS</a:t>
                      </a:r>
                    </a:p>
                    <a:p/>
                    <a:p>
                      <a:r>
                        <a:t>What’s not working well?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(1) Quote or note from research </a:t>
                      </a:r>
                    </a:p>
                    <a:p>
                      <a:r>
                        <a:t>(3) Quote or note from research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(1) Quote or note from research </a:t>
                      </a:r>
                    </a:p>
                    <a:p>
                      <a:r>
                        <a:t>(3) Quote or note from research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(1) Quote or note from research </a:t>
                      </a:r>
                    </a:p>
                    <a:p>
                      <a:r>
                        <a:t>(3) Quote or note from research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(1) Quote or note from research </a:t>
                      </a:r>
                    </a:p>
                    <a:p>
                      <a:r>
                        <a:t>(3) Quote or note from research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DRIVERS OF EXPERIENCE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(1) Quote or note from research </a:t>
                      </a:r>
                    </a:p>
                    <a:p>
                      <a:r>
                        <a:t>(3) Quote or note from research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(1) Quote or note from research </a:t>
                      </a:r>
                    </a:p>
                    <a:p>
                      <a:r>
                        <a:t>(3) Quote or note from research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(1) Quote or note from research </a:t>
                      </a:r>
                    </a:p>
                    <a:p>
                      <a:r>
                        <a:t>(3) Quote or note from research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(1) Quote or note from research </a:t>
                      </a:r>
                    </a:p>
                    <a:p>
                      <a:r>
                        <a:t>(3) Quote or note from research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PEOPLE INTERACTION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(3) Customer support rep</a:t>
                      </a: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(3) Customer support rep</a:t>
                      </a:r>
                    </a:p>
                    <a:p/>
                  </a:txBody>
                  <a:tcPr>
                    <a:solidFill>
                      <a:srgbClr val="FFFFFF"/>
                    </a:solidFill>
                    <a:lnL w="100" cap="flat" cmpd="sng" algn="ctr">
                      <a:solidFill>
                        <a:srgbClr val="000000"/>
                      </a:solidFill>
                    </a:lnL>
                  </a:tcPr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914400" cy="914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914400" cy="914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14400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TP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TP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TP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TP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TP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TP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TP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TP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TP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TP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TP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TP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TP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TP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  <a:r>
              <a:rPr sz="1050"/>
              <a:t>TP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l">
              <a:lnSpc>
                <a:spcPts val="120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